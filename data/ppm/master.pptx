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81682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586731A-2053-4C37-8AEC-386C561F988B}">
          <p14:sldIdLst>
            <p14:sldId id="21474816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841F42-F003-532C-9E9F-9B9AAF6C22D0}" name="EDUARDO GONZALEZ ENRIQUEZ" initials="HG" userId="S::A2277180@banorte.com::1347f302-197b-4aac-9737-8f892ae42856" providerId="AD"/>
  <p188:author id="{ED54BA4E-3E4C-05B8-16DC-3DB4AD9859EC}" name="JORGE DE JESUS QUINTANILLA GUTIERREZ" initials="JG" userId="S::a2277735@banorte.com::65930d14-5c33-4adc-b595-1fe3fe47e67b" providerId="AD"/>
  <p188:author id="{BD076955-DB05-F7EE-B38F-E16B67CB80EF}" name="MIRIAM ARROYO SANDOVAL" initials="MS" userId="S::a2278644@banorte.com::59fc4f70-6744-4996-97b8-e86f1f7ae3de" providerId="AD"/>
  <p188:author id="{07236C68-C656-7219-4BE4-917446D3DCEE}" name="JOSE ALFREDO HERNANDEZ MONZON" initials="JH" userId="S::A2278028@banorte.com::d40436d1-5daf-46d8-9678-b80eb0056e55" providerId="AD"/>
  <p188:author id="{049CE073-6177-F783-7E6A-3C662065A6DF}" name="ALMA ANGELICA GUERRERO PEREZ" initials="AAGP" userId="S::A2278324@banorte.com::910f439c-711c-4c06-b8fc-2ff011e9738b" providerId="AD"/>
  <p188:author id="{E51295A0-EFB2-DEA0-53E6-C3C385191AA3}" name="ABRIL FLORES RAMIREZ" initials="aF" userId="S::A2275719@banorte.com::c00b15e4-085f-4c8b-94fb-8b9810c18c82" providerId="AD"/>
  <p188:author id="{7C8D60F4-3041-5022-02B1-B473D17AC357}" name="RETANA, XOCHITL" initials="XRV" userId="RETANA, XOCHITL" providerId="None"/>
  <p188:author id="{02FAFFF9-9D4C-01D8-9E41-DF503B7286E8}" name="JACQUELINE MARTINEZ MARTINEZ" initials="JM" userId="S::A2278298@banorte.com::3fb24bae-0e7f-4063-bd5f-54f260a1982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7F7F7F"/>
    <a:srgbClr val="FFFF00"/>
    <a:srgbClr val="C00000"/>
    <a:srgbClr val="EC1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ACDCBB-D706-CAD6-F457-AE66AE198A5F}" v="12" dt="2026-02-04T15:04:28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3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52D10-CA29-47CE-B9E0-746F61809FC3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96B21-5431-40F3-B5D1-5E62CC3520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1326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1F4D6-3772-DFE1-5911-C6365908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F473CF-2067-D491-024A-C71D26783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435B46-E1C8-3811-C77C-50CDD6324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s-419"/>
          </a:p>
          <a:p>
            <a:pPr marL="171450" indent="-171450">
              <a:buFontTx/>
              <a:buChar char="-"/>
            </a:pPr>
            <a:endParaRPr lang="es-419" dirty="0"/>
          </a:p>
          <a:p>
            <a:pPr marL="171450" indent="-171450">
              <a:buFontTx/>
              <a:buChar char="-"/>
            </a:pPr>
            <a:endParaRPr lang="es-419" dirty="0"/>
          </a:p>
          <a:p>
            <a:endParaRPr lang="es-419" dirty="0"/>
          </a:p>
          <a:p>
            <a:endParaRPr lang="es-419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E9D90-EDD2-1B74-9CA3-B0B46E7DA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2460FB-8D71-439A-933F-E4FD81C3E039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357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2" descr="PPT Banorte SEGURO y PENSIONES_Portada 16-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269567" y="408430"/>
            <a:ext cx="5370597" cy="710381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indent="0" algn="r">
              <a:buNone/>
              <a:defRPr sz="2667" b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</a:t>
            </a:r>
            <a:r>
              <a:rPr lang="en-US" err="1"/>
              <a:t>para</a:t>
            </a:r>
            <a:r>
              <a:rPr lang="en-US"/>
              <a:t> </a:t>
            </a:r>
            <a:r>
              <a:rPr lang="en-US" err="1"/>
              <a:t>modificar</a:t>
            </a:r>
            <a:r>
              <a:rPr lang="en-US"/>
              <a:t> el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subtítulo</a:t>
            </a:r>
            <a:r>
              <a:rPr lang="en-US"/>
              <a:t> del </a:t>
            </a:r>
            <a:r>
              <a:rPr lang="en-US" err="1"/>
              <a:t>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49687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D150D3C0-7D99-4DAF-A68F-E31F31E559B8}"/>
              </a:ext>
            </a:extLst>
          </p:cNvPr>
          <p:cNvGrpSpPr/>
          <p:nvPr userDrawn="1"/>
        </p:nvGrpSpPr>
        <p:grpSpPr>
          <a:xfrm>
            <a:off x="-1" y="249224"/>
            <a:ext cx="7772401" cy="540000"/>
            <a:chOff x="-1" y="325682"/>
            <a:chExt cx="5043120" cy="540000"/>
          </a:xfrm>
        </p:grpSpPr>
        <p:pic>
          <p:nvPicPr>
            <p:cNvPr id="12" name="Imagen 11" descr="Separador Banorte 16-9.jpg">
              <a:extLst>
                <a:ext uri="{FF2B5EF4-FFF2-40B4-BE49-F238E27FC236}">
                  <a16:creationId xmlns:a16="http://schemas.microsoft.com/office/drawing/2014/main" id="{BEEC7937-7C83-44F6-B1DC-3127AF14FCE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922" t="4431" r="25208" b="90599"/>
            <a:stretch/>
          </p:blipFill>
          <p:spPr bwMode="auto">
            <a:xfrm flipH="1">
              <a:off x="0" y="325682"/>
              <a:ext cx="5043119" cy="540000"/>
            </a:xfrm>
            <a:prstGeom prst="parallelogram">
              <a:avLst>
                <a:gd name="adj" fmla="val 85507"/>
              </a:avLst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Imagen 12" descr="Separador Banorte 16-9.jpg">
              <a:extLst>
                <a:ext uri="{FF2B5EF4-FFF2-40B4-BE49-F238E27FC236}">
                  <a16:creationId xmlns:a16="http://schemas.microsoft.com/office/drawing/2014/main" id="{586FD081-D2F8-405B-AF20-14196017FA8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922" t="4431" r="25208" b="90599"/>
            <a:stretch/>
          </p:blipFill>
          <p:spPr bwMode="auto">
            <a:xfrm flipH="1">
              <a:off x="-1" y="325682"/>
              <a:ext cx="2329778" cy="540000"/>
            </a:xfrm>
            <a:prstGeom prst="parallelogram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143001"/>
            <a:ext cx="10972800" cy="4525963"/>
          </a:xfrm>
          <a:prstGeom prst="rect">
            <a:avLst/>
          </a:prstGeom>
        </p:spPr>
        <p:txBody>
          <a:bodyPr/>
          <a:lstStyle>
            <a:lvl1pPr marL="457189" indent="-457189" eaLnBrk="0" hangingPunct="0">
              <a:spcBef>
                <a:spcPct val="20000"/>
              </a:spcBef>
              <a:buClr>
                <a:schemeClr val="tx1"/>
              </a:buClr>
              <a:buFont typeface="Arial" pitchFamily="-112" charset="0"/>
              <a:buChar char="•"/>
              <a:defRPr sz="2400" baseline="0"/>
            </a:lvl1pPr>
            <a:lvl2pPr>
              <a:buClr>
                <a:schemeClr val="tx1"/>
              </a:buClr>
              <a:defRPr sz="2400" baseline="0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</a:lstStyle>
          <a:p>
            <a:pPr lvl="0"/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para </a:t>
            </a:r>
            <a:r>
              <a:rPr lang="en-US" err="1"/>
              <a:t>modificar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texto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  <a:p>
            <a:pPr lvl="1"/>
            <a:r>
              <a:rPr lang="en-US"/>
              <a:t>Segundo </a:t>
            </a:r>
            <a:r>
              <a:rPr lang="en-US" err="1"/>
              <a:t>nivel</a:t>
            </a:r>
            <a:endParaRPr lang="en-US"/>
          </a:p>
          <a:p>
            <a:pPr lvl="2"/>
            <a:r>
              <a:rPr lang="en-US" err="1"/>
              <a:t>Tercer</a:t>
            </a:r>
            <a:r>
              <a:rPr lang="en-US"/>
              <a:t> </a:t>
            </a:r>
            <a:r>
              <a:rPr lang="en-US" err="1"/>
              <a:t>nivel</a:t>
            </a:r>
            <a:endParaRPr lang="en-US"/>
          </a:p>
          <a:p>
            <a:pPr lvl="3"/>
            <a:r>
              <a:rPr lang="en-US"/>
              <a:t>Cuarto </a:t>
            </a:r>
            <a:r>
              <a:rPr lang="en-US" err="1"/>
              <a:t>nivel</a:t>
            </a:r>
            <a:endParaRPr lang="en-US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124" y="262310"/>
            <a:ext cx="7190507" cy="487363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err="1"/>
              <a:t>Clic</a:t>
            </a:r>
            <a:r>
              <a:rPr lang="en-US"/>
              <a:t> </a:t>
            </a:r>
            <a:r>
              <a:rPr lang="en-US" err="1"/>
              <a:t>para</a:t>
            </a:r>
            <a:r>
              <a:rPr lang="en-US"/>
              <a:t> </a:t>
            </a:r>
            <a:r>
              <a:rPr lang="en-US" err="1"/>
              <a:t>editar</a:t>
            </a:r>
            <a:r>
              <a:rPr lang="en-US"/>
              <a:t> </a:t>
            </a:r>
            <a:r>
              <a:rPr lang="en-US" err="1"/>
              <a:t>título</a:t>
            </a:r>
            <a:endParaRPr lang="es-ES_tradnl"/>
          </a:p>
        </p:txBody>
      </p:sp>
      <p:pic>
        <p:nvPicPr>
          <p:cNvPr id="7" name="Imagen 6" descr="Separador Banorte 16-9.jpg">
            <a:extLst>
              <a:ext uri="{FF2B5EF4-FFF2-40B4-BE49-F238E27FC236}">
                <a16:creationId xmlns:a16="http://schemas.microsoft.com/office/drawing/2014/main" id="{F590DCC0-B369-41C3-A189-69691C5CDD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22" t="4431" r="25208" b="90599"/>
          <a:stretch/>
        </p:blipFill>
        <p:spPr bwMode="auto">
          <a:xfrm flipH="1">
            <a:off x="7273632" y="67471"/>
            <a:ext cx="4918367" cy="526642"/>
          </a:xfrm>
          <a:prstGeom prst="parallelogram">
            <a:avLst>
              <a:gd name="adj" fmla="val 8550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2" descr="PPT Banorte SEGURO y PENSIONES_Portada 16-9.jpg">
            <a:extLst>
              <a:ext uri="{FF2B5EF4-FFF2-40B4-BE49-F238E27FC236}">
                <a16:creationId xmlns:a16="http://schemas.microsoft.com/office/drawing/2014/main" id="{4CE5FC88-6380-4006-93F8-7EE72F8CA4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7" r="50821" b="15058"/>
          <a:stretch/>
        </p:blipFill>
        <p:spPr bwMode="auto">
          <a:xfrm>
            <a:off x="9115430" y="101905"/>
            <a:ext cx="307657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3">
            <a:extLst>
              <a:ext uri="{FF2B5EF4-FFF2-40B4-BE49-F238E27FC236}">
                <a16:creationId xmlns:a16="http://schemas.microsoft.com/office/drawing/2014/main" id="{FF215A8C-E04A-E9EF-AFCB-3046CB968C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" y="6469889"/>
            <a:ext cx="1800000" cy="36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5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156620"/>
            <a:ext cx="10363200" cy="15001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200" baseline="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/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</p:txBody>
      </p:sp>
    </p:spTree>
    <p:extLst>
      <p:ext uri="{BB962C8B-B14F-4D97-AF65-F5344CB8AC3E}">
        <p14:creationId xmlns:p14="http://schemas.microsoft.com/office/powerpoint/2010/main" val="769537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Separador Banorte 16-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99417" y="3145743"/>
            <a:ext cx="7871259" cy="1143000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Clic</a:t>
            </a:r>
            <a:r>
              <a:rPr lang="en-US"/>
              <a:t> </a:t>
            </a:r>
            <a:r>
              <a:rPr lang="en-US" err="1"/>
              <a:t>para</a:t>
            </a:r>
            <a:r>
              <a:rPr lang="en-US"/>
              <a:t> </a:t>
            </a:r>
            <a:r>
              <a:rPr lang="en-US" err="1"/>
              <a:t>editar</a:t>
            </a:r>
            <a:r>
              <a:rPr lang="en-US"/>
              <a:t> </a:t>
            </a:r>
            <a:r>
              <a:rPr lang="en-US" err="1"/>
              <a:t>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479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3875"/>
            <a:ext cx="10972800" cy="487363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 err="1"/>
              <a:t>Clic</a:t>
            </a:r>
            <a:r>
              <a:rPr lang="en-US"/>
              <a:t> </a:t>
            </a:r>
            <a:r>
              <a:rPr lang="en-US" err="1"/>
              <a:t>para</a:t>
            </a:r>
            <a:r>
              <a:rPr lang="en-US"/>
              <a:t> </a:t>
            </a:r>
            <a:r>
              <a:rPr lang="en-US" err="1"/>
              <a:t>editar</a:t>
            </a:r>
            <a:r>
              <a:rPr lang="en-US"/>
              <a:t> </a:t>
            </a:r>
            <a:r>
              <a:rPr lang="en-US" err="1"/>
              <a:t>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288829"/>
            <a:ext cx="5384800" cy="4249995"/>
          </a:xfrm>
          <a:prstGeom prst="rect">
            <a:avLst/>
          </a:prstGeom>
        </p:spPr>
        <p:txBody>
          <a:bodyPr/>
          <a:lstStyle>
            <a:lvl1pPr>
              <a:buClrTx/>
              <a:defRPr sz="3200"/>
            </a:lvl1pPr>
            <a:lvl2pPr marL="990575" marR="0" indent="-380990" algn="l" defTabSz="60958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 sz="2667"/>
            </a:lvl2pPr>
            <a:lvl3pPr>
              <a:buClrTx/>
              <a:defRPr sz="2667"/>
            </a:lvl3pPr>
            <a:lvl4pPr>
              <a:buClrTx/>
              <a:defRPr sz="2400"/>
            </a:lvl4pPr>
            <a:lvl5pPr>
              <a:buClrTx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288829"/>
            <a:ext cx="5384800" cy="4249995"/>
          </a:xfrm>
          <a:prstGeom prst="rect">
            <a:avLst/>
          </a:prstGeom>
        </p:spPr>
        <p:txBody>
          <a:bodyPr/>
          <a:lstStyle>
            <a:lvl1pPr>
              <a:buClrTx/>
              <a:defRPr sz="3200"/>
            </a:lvl1pPr>
            <a:lvl2pPr marL="990575" marR="0" indent="-380990" algn="l" defTabSz="60958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 sz="2667"/>
            </a:lvl2pPr>
            <a:lvl3pPr>
              <a:buClrTx/>
              <a:defRPr sz="2667"/>
            </a:lvl3pPr>
            <a:lvl4pPr>
              <a:buClrTx/>
              <a:defRPr sz="2400"/>
            </a:lvl4pPr>
            <a:lvl5pPr>
              <a:buClrTx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801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609600" y="303875"/>
            <a:ext cx="10972800" cy="487363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 err="1"/>
              <a:t>Clic</a:t>
            </a:r>
            <a:r>
              <a:rPr lang="en-US"/>
              <a:t> </a:t>
            </a:r>
            <a:r>
              <a:rPr lang="en-US" err="1"/>
              <a:t>para</a:t>
            </a:r>
            <a:r>
              <a:rPr lang="en-US"/>
              <a:t> </a:t>
            </a:r>
            <a:r>
              <a:rPr lang="en-US" err="1"/>
              <a:t>editar</a:t>
            </a:r>
            <a:r>
              <a:rPr lang="en-US"/>
              <a:t> </a:t>
            </a:r>
            <a:r>
              <a:rPr lang="en-US" err="1"/>
              <a:t>título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467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t" anchorCtr="0"/>
          <a:lstStyle>
            <a:lvl1pPr algn="l">
              <a:defRPr sz="2667" b="1">
                <a:solidFill>
                  <a:srgbClr val="FF0000"/>
                </a:solidFill>
              </a:defRPr>
            </a:lvl1pPr>
          </a:lstStyle>
          <a:p>
            <a:r>
              <a:rPr lang="en-US" err="1"/>
              <a:t>Clic</a:t>
            </a:r>
            <a:r>
              <a:rPr lang="en-US"/>
              <a:t> </a:t>
            </a:r>
            <a:r>
              <a:rPr lang="en-US" err="1"/>
              <a:t>para</a:t>
            </a:r>
            <a:r>
              <a:rPr lang="en-US"/>
              <a:t> </a:t>
            </a:r>
            <a:r>
              <a:rPr lang="en-US" err="1"/>
              <a:t>editar</a:t>
            </a:r>
            <a:r>
              <a:rPr lang="en-US"/>
              <a:t> </a:t>
            </a:r>
            <a:r>
              <a:rPr lang="en-US" err="1"/>
              <a:t>título</a:t>
            </a:r>
            <a:endParaRPr lang="es-ES_tradnl"/>
          </a:p>
        </p:txBody>
      </p:sp>
      <p:sp>
        <p:nvSpPr>
          <p:cNvPr id="6" name="Marcador de contenido 2"/>
          <p:cNvSpPr>
            <a:spLocks noGrp="1"/>
          </p:cNvSpPr>
          <p:nvPr>
            <p:ph idx="1"/>
          </p:nvPr>
        </p:nvSpPr>
        <p:spPr>
          <a:xfrm>
            <a:off x="4766733" y="1435100"/>
            <a:ext cx="6815667" cy="4435955"/>
          </a:xfrm>
          <a:prstGeom prst="rect">
            <a:avLst/>
          </a:prstGeom>
        </p:spPr>
        <p:txBody>
          <a:bodyPr/>
          <a:lstStyle>
            <a:lvl1pPr>
              <a:buClrTx/>
              <a:defRPr sz="3733"/>
            </a:lvl1pPr>
            <a:lvl2pPr>
              <a:buClrTx/>
              <a:defRPr sz="3733"/>
            </a:lvl2pPr>
            <a:lvl3pPr>
              <a:buClrTx/>
              <a:defRPr sz="3200"/>
            </a:lvl3pPr>
            <a:lvl4pPr>
              <a:buClrTx/>
              <a:defRPr sz="2667"/>
            </a:lvl4pPr>
            <a:lvl5pPr>
              <a:buClrTx/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</a:t>
            </a:r>
            <a:r>
              <a:rPr lang="en-US" err="1"/>
              <a:t>para</a:t>
            </a:r>
            <a:r>
              <a:rPr lang="en-US"/>
              <a:t> </a:t>
            </a:r>
            <a:r>
              <a:rPr lang="en-US" err="1"/>
              <a:t>modificar</a:t>
            </a:r>
            <a:r>
              <a:rPr lang="en-US"/>
              <a:t> el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texto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  <a:p>
            <a:pPr lvl="1"/>
            <a:r>
              <a:rPr lang="en-US"/>
              <a:t>Segundo </a:t>
            </a:r>
            <a:r>
              <a:rPr lang="en-US" err="1"/>
              <a:t>nivel</a:t>
            </a:r>
            <a:endParaRPr lang="en-US"/>
          </a:p>
          <a:p>
            <a:pPr lvl="2"/>
            <a:r>
              <a:rPr lang="en-US" err="1"/>
              <a:t>Tercer</a:t>
            </a:r>
            <a:r>
              <a:rPr lang="en-US"/>
              <a:t> </a:t>
            </a:r>
            <a:r>
              <a:rPr lang="en-US" err="1"/>
              <a:t>nivel</a:t>
            </a:r>
            <a:endParaRPr lang="en-US"/>
          </a:p>
          <a:p>
            <a:pPr lvl="3"/>
            <a:r>
              <a:rPr lang="en-US"/>
              <a:t>Cuarto </a:t>
            </a:r>
            <a:r>
              <a:rPr lang="en-US" err="1"/>
              <a:t>nivel</a:t>
            </a:r>
            <a:endParaRPr lang="en-US"/>
          </a:p>
          <a:p>
            <a:pPr lvl="4"/>
            <a:r>
              <a:rPr lang="en-US" err="1"/>
              <a:t>Quinto</a:t>
            </a:r>
            <a:r>
              <a:rPr lang="en-US"/>
              <a:t> </a:t>
            </a:r>
            <a:r>
              <a:rPr lang="en-US" err="1"/>
              <a:t>nivel</a:t>
            </a:r>
            <a:endParaRPr lang="es-ES_tradnl"/>
          </a:p>
        </p:txBody>
      </p:sp>
      <p:sp>
        <p:nvSpPr>
          <p:cNvPr id="7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02" y="1435100"/>
            <a:ext cx="4011084" cy="44359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7683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13448" y="4645742"/>
            <a:ext cx="7315200" cy="721596"/>
          </a:xfrm>
          <a:prstGeom prst="rect">
            <a:avLst/>
          </a:prstGeom>
        </p:spPr>
        <p:txBody>
          <a:bodyPr anchor="t" anchorCtr="0"/>
          <a:lstStyle>
            <a:lvl1pPr algn="ctr">
              <a:defRPr sz="2667" b="1" baseline="0"/>
            </a:lvl1pPr>
          </a:lstStyle>
          <a:p>
            <a:r>
              <a:rPr lang="en-US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 hasCustomPrompt="1"/>
          </p:nvPr>
        </p:nvSpPr>
        <p:spPr>
          <a:xfrm>
            <a:off x="513448" y="391537"/>
            <a:ext cx="73152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sz="3733" baseline="0">
                <a:solidFill>
                  <a:srgbClr val="FF0000"/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Arrastre la imagen al </a:t>
            </a:r>
            <a:r>
              <a:rPr lang="en-US" noProof="0" err="1"/>
              <a:t>marcador</a:t>
            </a:r>
            <a:r>
              <a:rPr lang="en-US" noProof="0"/>
              <a:t> de </a:t>
            </a:r>
            <a:r>
              <a:rPr lang="en-US" noProof="0" err="1"/>
              <a:t>posición</a:t>
            </a:r>
            <a:r>
              <a:rPr lang="en-US" noProof="0"/>
              <a:t> o </a:t>
            </a:r>
            <a:r>
              <a:rPr lang="en-US" noProof="0" err="1"/>
              <a:t>haga</a:t>
            </a:r>
            <a:r>
              <a:rPr lang="en-US" noProof="0"/>
              <a:t> </a:t>
            </a:r>
            <a:r>
              <a:rPr lang="en-US" noProof="0" err="1"/>
              <a:t>clic</a:t>
            </a:r>
            <a:r>
              <a:rPr lang="en-US" noProof="0"/>
              <a:t> </a:t>
            </a:r>
            <a:r>
              <a:rPr lang="en-US" noProof="0" err="1"/>
              <a:t>en</a:t>
            </a:r>
            <a:r>
              <a:rPr lang="en-US" noProof="0"/>
              <a:t> </a:t>
            </a:r>
            <a:r>
              <a:rPr lang="en-US" noProof="0" err="1"/>
              <a:t>el</a:t>
            </a:r>
            <a:r>
              <a:rPr lang="en-US" noProof="0"/>
              <a:t> </a:t>
            </a:r>
            <a:r>
              <a:rPr lang="en-US" noProof="0" err="1"/>
              <a:t>icono</a:t>
            </a:r>
            <a:r>
              <a:rPr lang="en-US" noProof="0"/>
              <a:t> para </a:t>
            </a:r>
            <a:r>
              <a:rPr lang="en-US" noProof="0" err="1"/>
              <a:t>agregar</a:t>
            </a:r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513448" y="5465666"/>
            <a:ext cx="11405419" cy="4828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="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28571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628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198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984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0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1485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n 1" descr="PPT Banorte SEGURO y PENSIONES_Interior 16-9.jpg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1" descr="PPT Banorte SEGURO y PENSIONES_Interior 16-9.jpg">
            <a:extLst>
              <a:ext uri="{FF2B5EF4-FFF2-40B4-BE49-F238E27FC236}">
                <a16:creationId xmlns:a16="http://schemas.microsoft.com/office/drawing/2014/main" id="{CC752C96-A09C-42D0-A5CF-FCC874CE1B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778"/>
          <a:stretch/>
        </p:blipFill>
        <p:spPr bwMode="auto">
          <a:xfrm>
            <a:off x="0" y="0"/>
            <a:ext cx="121920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7655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585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 Bold"/>
          <a:ea typeface="MS PGothic" pitchFamily="34" charset="-128"/>
          <a:cs typeface="Arial Bold"/>
        </a:defRPr>
      </a:lvl1pPr>
      <a:lvl2pPr algn="l" defTabSz="60958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 Bold" charset="0"/>
          <a:ea typeface="MS PGothic" pitchFamily="34" charset="-128"/>
          <a:cs typeface="Arial Bold"/>
        </a:defRPr>
      </a:lvl2pPr>
      <a:lvl3pPr algn="l" defTabSz="60958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 Bold" charset="0"/>
          <a:ea typeface="MS PGothic" pitchFamily="34" charset="-128"/>
          <a:cs typeface="Arial Bold"/>
        </a:defRPr>
      </a:lvl3pPr>
      <a:lvl4pPr algn="l" defTabSz="60958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 Bold" charset="0"/>
          <a:ea typeface="MS PGothic" pitchFamily="34" charset="-128"/>
          <a:cs typeface="Arial Bold"/>
        </a:defRPr>
      </a:lvl4pPr>
      <a:lvl5pPr algn="l" defTabSz="60958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 Bold" charset="0"/>
          <a:ea typeface="MS PGothic" pitchFamily="34" charset="-128"/>
          <a:cs typeface="Arial Bold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defTabSz="609585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itchFamily="34" charset="0"/>
        <a:buChar char="•"/>
        <a:defRPr b="1" kern="1200">
          <a:solidFill>
            <a:schemeClr val="tx1"/>
          </a:solidFill>
          <a:latin typeface="Arial"/>
          <a:ea typeface="MS PGothic" pitchFamily="34" charset="-128"/>
          <a:cs typeface="Arial"/>
        </a:defRPr>
      </a:lvl1pPr>
      <a:lvl2pPr marL="990575" indent="-380990" algn="l" defTabSz="609585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itchFamily="34" charset="0"/>
        <a:buChar char="•"/>
        <a:defRPr sz="2133" kern="1200">
          <a:solidFill>
            <a:schemeClr val="tx1"/>
          </a:solidFill>
          <a:latin typeface="Arial"/>
          <a:ea typeface="MS PGothic" pitchFamily="34" charset="-128"/>
          <a:cs typeface="Arial"/>
        </a:defRPr>
      </a:lvl2pPr>
      <a:lvl3pPr marL="1523962" indent="-304792" algn="l" defTabSz="609585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itchFamily="34" charset="0"/>
        <a:buChar char="•"/>
        <a:defRPr sz="2133" kern="1200">
          <a:solidFill>
            <a:schemeClr val="tx1"/>
          </a:solidFill>
          <a:latin typeface="Arial"/>
          <a:ea typeface="MS PGothic" pitchFamily="34" charset="-128"/>
          <a:cs typeface="Arial"/>
        </a:defRPr>
      </a:lvl3pPr>
      <a:lvl4pPr marL="2133547" indent="-304792" algn="l" defTabSz="609585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itchFamily="34" charset="0"/>
        <a:buChar char="•"/>
        <a:defRPr sz="2133" kern="1200">
          <a:solidFill>
            <a:schemeClr val="tx1"/>
          </a:solidFill>
          <a:latin typeface="Arial"/>
          <a:ea typeface="MS PGothic" pitchFamily="34" charset="-128"/>
          <a:cs typeface="Arial"/>
        </a:defRPr>
      </a:lvl4pPr>
      <a:lvl5pPr marL="2743131" indent="-304792" algn="l" defTabSz="609585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itchFamily="34" charset="0"/>
        <a:buChar char="•"/>
        <a:defRPr sz="2133" kern="1200">
          <a:solidFill>
            <a:schemeClr val="tx1"/>
          </a:solidFill>
          <a:latin typeface="Arial"/>
          <a:ea typeface="MS PGothic" pitchFamily="34" charset="-128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58FA23-6B3A-D607-EA7A-96DC80EF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xt_titulo_folio_proyecto">
            <a:extLst>
              <a:ext uri="{FF2B5EF4-FFF2-40B4-BE49-F238E27FC236}">
                <a16:creationId xmlns:a16="http://schemas.microsoft.com/office/drawing/2014/main" id="{5CF085AE-A53E-4C7F-24F1-EDAD762BB337}"/>
              </a:ext>
            </a:extLst>
          </p:cNvPr>
          <p:cNvSpPr>
            <a:spLocks noGrp="1"/>
          </p:cNvSpPr>
          <p:nvPr/>
        </p:nvSpPr>
        <p:spPr>
          <a:xfrm>
            <a:off x="192504" y="187966"/>
            <a:ext cx="11789289" cy="390479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 defTabSz="609585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 Bold"/>
                <a:ea typeface="MS PGothic" pitchFamily="34" charset="-128"/>
                <a:cs typeface="Arial Bold"/>
              </a:defRPr>
            </a:lvl1pPr>
            <a:lvl2pPr algn="l" defTabSz="609585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 Bold" charset="0"/>
                <a:ea typeface="MS PGothic" pitchFamily="34" charset="-128"/>
                <a:cs typeface="Arial Bold"/>
              </a:defRPr>
            </a:lvl2pPr>
            <a:lvl3pPr algn="l" defTabSz="609585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 Bold" charset="0"/>
                <a:ea typeface="MS PGothic" pitchFamily="34" charset="-128"/>
                <a:cs typeface="Arial Bold"/>
              </a:defRPr>
            </a:lvl3pPr>
            <a:lvl4pPr algn="l" defTabSz="609585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 Bold" charset="0"/>
                <a:ea typeface="MS PGothic" pitchFamily="34" charset="-128"/>
                <a:cs typeface="Arial Bold"/>
              </a:defRPr>
            </a:lvl4pPr>
            <a:lvl5pPr algn="l" defTabSz="609585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 Bold" charset="0"/>
                <a:ea typeface="MS PGothic" pitchFamily="34" charset="-128"/>
                <a:cs typeface="Arial Bold"/>
              </a:defRPr>
            </a:lvl5pPr>
            <a:lvl6pPr marL="609585" algn="ctr" defTabSz="60958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1219170" algn="ctr" defTabSz="60958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828754" algn="ctr" defTabSz="60958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2438339" algn="ctr" defTabSz="60958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s-419" sz="1800" i="1" dirty="0">
                <a:solidFill>
                  <a:srgbClr val="C00000"/>
                </a:solidFill>
                <a:latin typeface="+mj-lt"/>
                <a:ea typeface="MS PGothic"/>
              </a:rPr>
              <a:t>Título​</a:t>
            </a:r>
            <a:endParaRPr lang="es-ES" sz="1800" dirty="0">
              <a:solidFill>
                <a:srgbClr val="C00000"/>
              </a:solidFill>
              <a:latin typeface="+mj-lt"/>
              <a:ea typeface="MS PGothic"/>
            </a:endParaRPr>
          </a:p>
        </p:txBody>
      </p:sp>
      <p:pic>
        <p:nvPicPr>
          <p:cNvPr id="64" name="Imagen 27">
            <a:extLst>
              <a:ext uri="{FF2B5EF4-FFF2-40B4-BE49-F238E27FC236}">
                <a16:creationId xmlns:a16="http://schemas.microsoft.com/office/drawing/2014/main" id="{10688D3B-14E4-1312-97EA-2E98EE339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957" y="634867"/>
            <a:ext cx="1136489" cy="87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txt_objetivo">
            <a:extLst>
              <a:ext uri="{FF2B5EF4-FFF2-40B4-BE49-F238E27FC236}">
                <a16:creationId xmlns:a16="http://schemas.microsoft.com/office/drawing/2014/main" id="{15367881-90FA-8E10-BF15-15661AC1465F}"/>
              </a:ext>
            </a:extLst>
          </p:cNvPr>
          <p:cNvSpPr/>
          <p:nvPr/>
        </p:nvSpPr>
        <p:spPr>
          <a:xfrm>
            <a:off x="858402" y="608090"/>
            <a:ext cx="6586423" cy="87007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just"/>
            <a:r>
              <a:rPr lang="es-419" sz="1100" dirty="0">
                <a:solidFill>
                  <a:schemeClr val="tx1"/>
                </a:solidFill>
              </a:rPr>
              <a:t>Objetivo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6" name="tbl_responsables">
            <a:extLst>
              <a:ext uri="{FF2B5EF4-FFF2-40B4-BE49-F238E27FC236}">
                <a16:creationId xmlns:a16="http://schemas.microsoft.com/office/drawing/2014/main" id="{EC53E724-D9B5-C070-722A-408E109893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977106"/>
              </p:ext>
            </p:extLst>
          </p:nvPr>
        </p:nvGraphicFramePr>
        <p:xfrm>
          <a:off x="121610" y="2411085"/>
          <a:ext cx="7301091" cy="7315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07450">
                  <a:extLst>
                    <a:ext uri="{9D8B030D-6E8A-4147-A177-3AD203B41FA5}">
                      <a16:colId xmlns:a16="http://schemas.microsoft.com/office/drawing/2014/main" val="2130698411"/>
                    </a:ext>
                  </a:extLst>
                </a:gridCol>
                <a:gridCol w="1555922">
                  <a:extLst>
                    <a:ext uri="{9D8B030D-6E8A-4147-A177-3AD203B41FA5}">
                      <a16:colId xmlns:a16="http://schemas.microsoft.com/office/drawing/2014/main" val="2257027446"/>
                    </a:ext>
                  </a:extLst>
                </a:gridCol>
                <a:gridCol w="1445905">
                  <a:extLst>
                    <a:ext uri="{9D8B030D-6E8A-4147-A177-3AD203B41FA5}">
                      <a16:colId xmlns:a16="http://schemas.microsoft.com/office/drawing/2014/main" val="4286257043"/>
                    </a:ext>
                  </a:extLst>
                </a:gridCol>
                <a:gridCol w="1414474">
                  <a:extLst>
                    <a:ext uri="{9D8B030D-6E8A-4147-A177-3AD203B41FA5}">
                      <a16:colId xmlns:a16="http://schemas.microsoft.com/office/drawing/2014/main" val="142236990"/>
                    </a:ext>
                  </a:extLst>
                </a:gridCol>
                <a:gridCol w="1477340">
                  <a:extLst>
                    <a:ext uri="{9D8B030D-6E8A-4147-A177-3AD203B41FA5}">
                      <a16:colId xmlns:a16="http://schemas.microsoft.com/office/drawing/2014/main" val="428525137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ES" sz="800" b="1" kern="1200" dirty="0">
                          <a:solidFill>
                            <a:schemeClr val="bg1"/>
                          </a:solidFill>
                        </a:rPr>
                        <a:t>DIRECCIÓN ÁREA</a:t>
                      </a:r>
                      <a:endParaRPr lang="es-MX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kern="1200" dirty="0">
                          <a:solidFill>
                            <a:schemeClr val="bg1"/>
                          </a:solidFill>
                        </a:rPr>
                        <a:t>LIDER  CLIENTE</a:t>
                      </a:r>
                      <a:endParaRPr lang="es-MX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1" kern="1200">
                          <a:solidFill>
                            <a:schemeClr val="bg1"/>
                          </a:solidFill>
                        </a:rPr>
                        <a:t>ERN</a:t>
                      </a:r>
                      <a:endParaRPr lang="es-MX" sz="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1" kern="1200">
                          <a:solidFill>
                            <a:schemeClr val="bg1"/>
                          </a:solidFill>
                        </a:rPr>
                        <a:t>LE</a:t>
                      </a:r>
                      <a:endParaRPr lang="es-MX" sz="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1" kern="1200" dirty="0">
                          <a:solidFill>
                            <a:schemeClr val="bg1"/>
                          </a:solidFill>
                        </a:rPr>
                        <a:t>PPM</a:t>
                      </a:r>
                      <a:endParaRPr lang="es-MX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0048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800" b="0" i="0" u="none" strike="noStrike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BR" sz="8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s-MX" sz="8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8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754581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5B2BE77A-EC97-4B66-4148-F545B9184A2A}"/>
              </a:ext>
            </a:extLst>
          </p:cNvPr>
          <p:cNvGraphicFramePr>
            <a:graphicFrameLocks noGrp="1"/>
          </p:cNvGraphicFramePr>
          <p:nvPr/>
        </p:nvGraphicFramePr>
        <p:xfrm>
          <a:off x="7619999" y="4884964"/>
          <a:ext cx="4449089" cy="9753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734784">
                  <a:extLst>
                    <a:ext uri="{9D8B030D-6E8A-4147-A177-3AD203B41FA5}">
                      <a16:colId xmlns:a16="http://schemas.microsoft.com/office/drawing/2014/main" val="2906859176"/>
                    </a:ext>
                  </a:extLst>
                </a:gridCol>
                <a:gridCol w="816428">
                  <a:extLst>
                    <a:ext uri="{9D8B030D-6E8A-4147-A177-3AD203B41FA5}">
                      <a16:colId xmlns:a16="http://schemas.microsoft.com/office/drawing/2014/main" val="1582737509"/>
                    </a:ext>
                  </a:extLst>
                </a:gridCol>
                <a:gridCol w="898071">
                  <a:extLst>
                    <a:ext uri="{9D8B030D-6E8A-4147-A177-3AD203B41FA5}">
                      <a16:colId xmlns:a16="http://schemas.microsoft.com/office/drawing/2014/main" val="3162201666"/>
                    </a:ext>
                  </a:extLst>
                </a:gridCol>
                <a:gridCol w="843642">
                  <a:extLst>
                    <a:ext uri="{9D8B030D-6E8A-4147-A177-3AD203B41FA5}">
                      <a16:colId xmlns:a16="http://schemas.microsoft.com/office/drawing/2014/main" val="1062030263"/>
                    </a:ext>
                  </a:extLst>
                </a:gridCol>
                <a:gridCol w="1156164">
                  <a:extLst>
                    <a:ext uri="{9D8B030D-6E8A-4147-A177-3AD203B41FA5}">
                      <a16:colId xmlns:a16="http://schemas.microsoft.com/office/drawing/2014/main" val="1110705538"/>
                    </a:ext>
                  </a:extLst>
                </a:gridCol>
              </a:tblGrid>
              <a:tr h="186997">
                <a:tc>
                  <a:txBody>
                    <a:bodyPr/>
                    <a:lstStyle/>
                    <a:p>
                      <a:pPr algn="ctr"/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FOLIO PPM</a:t>
                      </a:r>
                      <a:endParaRPr lang="es-MX" sz="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RIESGOS</a:t>
                      </a:r>
                      <a:endParaRPr lang="es-MX" sz="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i="0" u="none" strike="noStrike" kern="1200" cap="non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RESPONSBLE</a:t>
                      </a:r>
                      <a:endParaRPr lang="es-MX" sz="800" b="1" i="0" u="none" strike="noStrike" kern="1200" cap="none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i="0" u="none" strike="noStrike" kern="1200" cap="non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MITIGACIÓN</a:t>
                      </a:r>
                      <a:endParaRPr lang="es-MX" sz="800" b="1" i="0" u="none" strike="noStrike" kern="1200" cap="none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i="0" u="none" strike="noStrike" kern="1200" cap="non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F. MATERIALIZACIÓN</a:t>
                      </a:r>
                      <a:endParaRPr lang="es-MX" sz="800" b="1" i="0" u="none" strike="noStrike" kern="1200" cap="none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829825"/>
                  </a:ext>
                </a:extLst>
              </a:tr>
              <a:tr h="560992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ES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s-MX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s-MX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s-MX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91224"/>
                  </a:ext>
                </a:extLst>
              </a:tr>
            </a:tbl>
          </a:graphicData>
        </a:graphic>
      </p:graphicFrame>
      <p:sp>
        <p:nvSpPr>
          <p:cNvPr id="10" name="Rounded Rectangle 28">
            <a:extLst>
              <a:ext uri="{FF2B5EF4-FFF2-40B4-BE49-F238E27FC236}">
                <a16:creationId xmlns:a16="http://schemas.microsoft.com/office/drawing/2014/main" id="{B345DA9C-19DF-5F45-105D-0C6168FB23D5}"/>
              </a:ext>
            </a:extLst>
          </p:cNvPr>
          <p:cNvSpPr/>
          <p:nvPr/>
        </p:nvSpPr>
        <p:spPr>
          <a:xfrm>
            <a:off x="7623704" y="2445786"/>
            <a:ext cx="4445363" cy="2316332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760"/>
            <a:endParaRPr sz="320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12" name="tbl_kpi_horas_costos">
            <a:extLst>
              <a:ext uri="{FF2B5EF4-FFF2-40B4-BE49-F238E27FC236}">
                <a16:creationId xmlns:a16="http://schemas.microsoft.com/office/drawing/2014/main" id="{B3B21128-CEF5-0A96-C323-F9505E6C0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144367"/>
              </p:ext>
            </p:extLst>
          </p:nvPr>
        </p:nvGraphicFramePr>
        <p:xfrm>
          <a:off x="7688035" y="612321"/>
          <a:ext cx="4373330" cy="48768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984722">
                  <a:extLst>
                    <a:ext uri="{9D8B030D-6E8A-4147-A177-3AD203B41FA5}">
                      <a16:colId xmlns:a16="http://schemas.microsoft.com/office/drawing/2014/main" val="1582737509"/>
                    </a:ext>
                  </a:extLst>
                </a:gridCol>
                <a:gridCol w="1129536">
                  <a:extLst>
                    <a:ext uri="{9D8B030D-6E8A-4147-A177-3AD203B41FA5}">
                      <a16:colId xmlns:a16="http://schemas.microsoft.com/office/drawing/2014/main" val="1308424516"/>
                    </a:ext>
                  </a:extLst>
                </a:gridCol>
                <a:gridCol w="1129536">
                  <a:extLst>
                    <a:ext uri="{9D8B030D-6E8A-4147-A177-3AD203B41FA5}">
                      <a16:colId xmlns:a16="http://schemas.microsoft.com/office/drawing/2014/main" val="194049660"/>
                    </a:ext>
                  </a:extLst>
                </a:gridCol>
                <a:gridCol w="1129536">
                  <a:extLst>
                    <a:ext uri="{9D8B030D-6E8A-4147-A177-3AD203B41FA5}">
                      <a16:colId xmlns:a16="http://schemas.microsoft.com/office/drawing/2014/main" val="3706481100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Horas internas</a:t>
                      </a:r>
                      <a:endParaRPr lang="en-US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Horas externas</a:t>
                      </a:r>
                      <a:endParaRPr lang="en-US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</a:p>
                  </a:txBody>
                  <a:tcPr marL="121920" marR="121920" marT="60959" marB="60959" anchor="ctr">
                    <a:lnL w="12700">
                      <a:solidFill>
                        <a:schemeClr val="bg1">
                          <a:lumMod val="85000"/>
                        </a:schemeClr>
                      </a:solidFill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Costo total</a:t>
                      </a:r>
                      <a:endParaRPr lang="es-MX" sz="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82982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s-MX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59" marB="60959" anchor="ctr">
                    <a:lnL w="12700">
                      <a:solidFill>
                        <a:schemeClr val="bg1">
                          <a:lumMod val="85000"/>
                        </a:schemeClr>
                      </a:solidFill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s-MX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91224"/>
                  </a:ext>
                </a:extLst>
              </a:tr>
            </a:tbl>
          </a:graphicData>
        </a:graphic>
      </p:graphicFrame>
      <p:sp>
        <p:nvSpPr>
          <p:cNvPr id="4" name="Flecha: cheurón 3">
            <a:hlinkClick r:id="" action="ppaction://noaction"/>
            <a:extLst>
              <a:ext uri="{FF2B5EF4-FFF2-40B4-BE49-F238E27FC236}">
                <a16:creationId xmlns:a16="http://schemas.microsoft.com/office/drawing/2014/main" id="{ED315CCC-695F-4B02-AD5A-98ED61227D64}"/>
              </a:ext>
            </a:extLst>
          </p:cNvPr>
          <p:cNvSpPr/>
          <p:nvPr/>
        </p:nvSpPr>
        <p:spPr>
          <a:xfrm rot="10800000">
            <a:off x="11864390" y="6272951"/>
            <a:ext cx="259105" cy="485287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400">
              <a:solidFill>
                <a:schemeClr val="tx1"/>
              </a:solidFill>
            </a:endParaRPr>
          </a:p>
        </p:txBody>
      </p:sp>
      <p:graphicFrame>
        <p:nvGraphicFramePr>
          <p:cNvPr id="14" name="tbl_etapas_mantenimiento">
            <a:extLst>
              <a:ext uri="{FF2B5EF4-FFF2-40B4-BE49-F238E27FC236}">
                <a16:creationId xmlns:a16="http://schemas.microsoft.com/office/drawing/2014/main" id="{CB9488E8-CB51-69C0-4559-3346D5489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345473"/>
              </p:ext>
            </p:extLst>
          </p:nvPr>
        </p:nvGraphicFramePr>
        <p:xfrm>
          <a:off x="117022" y="1675039"/>
          <a:ext cx="7314474" cy="622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657">
                  <a:extLst>
                    <a:ext uri="{9D8B030D-6E8A-4147-A177-3AD203B41FA5}">
                      <a16:colId xmlns:a16="http://schemas.microsoft.com/office/drawing/2014/main" val="3083140040"/>
                    </a:ext>
                  </a:extLst>
                </a:gridCol>
                <a:gridCol w="837971">
                  <a:extLst>
                    <a:ext uri="{9D8B030D-6E8A-4147-A177-3AD203B41FA5}">
                      <a16:colId xmlns:a16="http://schemas.microsoft.com/office/drawing/2014/main" val="849267505"/>
                    </a:ext>
                  </a:extLst>
                </a:gridCol>
                <a:gridCol w="1058489">
                  <a:extLst>
                    <a:ext uri="{9D8B030D-6E8A-4147-A177-3AD203B41FA5}">
                      <a16:colId xmlns:a16="http://schemas.microsoft.com/office/drawing/2014/main" val="859996733"/>
                    </a:ext>
                  </a:extLst>
                </a:gridCol>
                <a:gridCol w="1102593">
                  <a:extLst>
                    <a:ext uri="{9D8B030D-6E8A-4147-A177-3AD203B41FA5}">
                      <a16:colId xmlns:a16="http://schemas.microsoft.com/office/drawing/2014/main" val="802259613"/>
                    </a:ext>
                  </a:extLst>
                </a:gridCol>
                <a:gridCol w="773911">
                  <a:extLst>
                    <a:ext uri="{9D8B030D-6E8A-4147-A177-3AD203B41FA5}">
                      <a16:colId xmlns:a16="http://schemas.microsoft.com/office/drawing/2014/main" val="2302793732"/>
                    </a:ext>
                  </a:extLst>
                </a:gridCol>
                <a:gridCol w="783892">
                  <a:extLst>
                    <a:ext uri="{9D8B030D-6E8A-4147-A177-3AD203B41FA5}">
                      <a16:colId xmlns:a16="http://schemas.microsoft.com/office/drawing/2014/main" val="1993908184"/>
                    </a:ext>
                  </a:extLst>
                </a:gridCol>
                <a:gridCol w="1219284">
                  <a:extLst>
                    <a:ext uri="{9D8B030D-6E8A-4147-A177-3AD203B41FA5}">
                      <a16:colId xmlns:a16="http://schemas.microsoft.com/office/drawing/2014/main" val="3160465307"/>
                    </a:ext>
                  </a:extLst>
                </a:gridCol>
                <a:gridCol w="750677">
                  <a:extLst>
                    <a:ext uri="{9D8B030D-6E8A-4147-A177-3AD203B41FA5}">
                      <a16:colId xmlns:a16="http://schemas.microsoft.com/office/drawing/2014/main" val="655681283"/>
                    </a:ext>
                  </a:extLst>
                </a:gridCol>
              </a:tblGrid>
              <a:tr h="134021">
                <a:tc gridSpan="8">
                  <a:txBody>
                    <a:bodyPr/>
                    <a:lstStyle/>
                    <a:p>
                      <a:pPr algn="ctr" fontAlgn="t"/>
                      <a:r>
                        <a:rPr lang="es-E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ETAPAS DEL MANTENIMIENTO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t"/>
                      <a:endParaRPr lang="es-MX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t"/>
                      <a:endParaRPr lang="es-MX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786582"/>
                  </a:ext>
                </a:extLst>
              </a:tr>
              <a:tr h="242755">
                <a:tc>
                  <a:txBody>
                    <a:bodyPr/>
                    <a:lstStyle/>
                    <a:p>
                      <a:pPr algn="ctr"/>
                      <a:r>
                        <a:rPr lang="es-ES" sz="800" b="1" u="none" strike="noStrike" cap="none" dirty="0">
                          <a:solidFill>
                            <a:schemeClr val="bg1"/>
                          </a:solidFill>
                          <a:effectLst/>
                        </a:rPr>
                        <a:t>Estimación</a:t>
                      </a:r>
                      <a:endParaRPr lang="es-MX" sz="800" b="1" i="0" u="none" strike="noStrike" cap="non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u="none" strike="noStrike" cap="none" dirty="0">
                          <a:solidFill>
                            <a:schemeClr val="bg1"/>
                          </a:solidFill>
                          <a:effectLst/>
                        </a:rPr>
                        <a:t>Planeación</a:t>
                      </a:r>
                      <a:endParaRPr lang="es-MX" sz="800" b="1" i="0" u="none" strike="noStrike" cap="non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u="none" strike="noStrike" cap="none">
                          <a:solidFill>
                            <a:schemeClr val="bg1"/>
                          </a:solidFill>
                          <a:effectLst/>
                        </a:rPr>
                        <a:t>Análisis Técnico</a:t>
                      </a:r>
                      <a:endParaRPr lang="es-ES" sz="800" b="1" u="none" strike="noStrike" cap="none">
                        <a:solidFill>
                          <a:schemeClr val="bg1"/>
                        </a:solidFill>
                        <a:effectLst/>
                        <a:sym typeface="Arial"/>
                      </a:endParaRPr>
                    </a:p>
                  </a:txBody>
                  <a:tcPr marL="121920" marR="121920" marT="60959" marB="60959" anchor="ctr">
                    <a:lnL w="12700">
                      <a:solidFill>
                        <a:schemeClr val="bg1">
                          <a:lumMod val="85000"/>
                        </a:schemeClr>
                      </a:solidFill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u="none" strike="noStrike" cap="none">
                          <a:solidFill>
                            <a:schemeClr val="bg1"/>
                          </a:solidFill>
                          <a:effectLst/>
                        </a:rPr>
                        <a:t>Diseño Detallado</a:t>
                      </a:r>
                      <a:endParaRPr lang="en-US"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u="none" strike="noStrike" cap="none">
                          <a:solidFill>
                            <a:schemeClr val="bg1"/>
                          </a:solidFill>
                          <a:effectLst/>
                        </a:rPr>
                        <a:t>Realización</a:t>
                      </a:r>
                      <a:endParaRPr lang="es-ES" sz="800" b="1" u="none" strike="noStrike" cap="none">
                        <a:solidFill>
                          <a:schemeClr val="bg1"/>
                        </a:solidFill>
                        <a:effectLst/>
                        <a:sym typeface="Arial"/>
                      </a:endParaRPr>
                    </a:p>
                  </a:txBody>
                  <a:tcPr marL="121920" marR="121920" marT="60959" marB="60959" anchor="ctr">
                    <a:lnL w="12700">
                      <a:solidFill>
                        <a:schemeClr val="bg1">
                          <a:lumMod val="85000"/>
                        </a:schemeClr>
                      </a:solidFill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u="none" strike="noStrike" cap="none">
                          <a:solidFill>
                            <a:schemeClr val="bg1"/>
                          </a:solidFill>
                          <a:effectLst/>
                        </a:rPr>
                        <a:t>QA</a:t>
                      </a:r>
                      <a:endParaRPr lang="es-ES" sz="800" b="1" u="none" strike="noStrike" cap="none">
                        <a:solidFill>
                          <a:schemeClr val="bg1"/>
                        </a:solidFill>
                        <a:effectLst/>
                        <a:sym typeface="Arial"/>
                      </a:endParaRPr>
                    </a:p>
                  </a:txBody>
                  <a:tcPr marL="121920" marR="121920" marT="60959" marB="60959" anchor="ctr">
                    <a:lnL w="12700">
                      <a:solidFill>
                        <a:schemeClr val="bg1">
                          <a:lumMod val="85000"/>
                        </a:schemeClr>
                      </a:solidFill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u="none" strike="noStrike" cap="none">
                          <a:solidFill>
                            <a:schemeClr val="bg1"/>
                          </a:solidFill>
                          <a:effectLst/>
                        </a:rPr>
                        <a:t>Implementación</a:t>
                      </a:r>
                      <a:endParaRPr lang="es-ES" sz="800" b="1" u="none" strike="noStrike" cap="none">
                        <a:solidFill>
                          <a:schemeClr val="bg1"/>
                        </a:solidFill>
                        <a:effectLst/>
                        <a:sym typeface="Arial"/>
                      </a:endParaRPr>
                    </a:p>
                  </a:txBody>
                  <a:tcPr marL="121920" marR="121920" marT="60959" marB="60959" anchor="ctr">
                    <a:lnL w="12700">
                      <a:solidFill>
                        <a:schemeClr val="bg1">
                          <a:lumMod val="85000"/>
                        </a:schemeClr>
                      </a:solidFill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u="none" strike="noStrike" cap="none">
                          <a:solidFill>
                            <a:schemeClr val="bg1"/>
                          </a:solidFill>
                          <a:effectLst/>
                        </a:rPr>
                        <a:t>Garantía</a:t>
                      </a:r>
                      <a:endParaRPr lang="en-US"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638854"/>
                  </a:ext>
                </a:extLst>
              </a:tr>
              <a:tr h="242755">
                <a:tc>
                  <a:txBody>
                    <a:bodyPr/>
                    <a:lstStyle/>
                    <a:p>
                      <a:pPr algn="ctr"/>
                      <a:endParaRPr lang="es-MX" sz="800" b="1" i="0" u="none" strike="noStrike" cap="non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1" i="0" u="none" strike="noStrike" cap="non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s-MX" sz="800" b="1" i="0" u="none" strike="noStrike" cap="non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59" marB="60959" anchor="ctr">
                    <a:lnL w="12700">
                      <a:solidFill>
                        <a:schemeClr val="bg1">
                          <a:lumMod val="85000"/>
                        </a:schemeClr>
                      </a:solidFill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1" i="0" u="none" strike="noStrike" cap="non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s-MX" sz="800" b="1" i="0" u="none" strike="noStrike" cap="non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59" marB="60959" anchor="ctr">
                    <a:lnL w="12700">
                      <a:solidFill>
                        <a:schemeClr val="bg1">
                          <a:lumMod val="85000"/>
                        </a:schemeClr>
                      </a:solidFill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s-MX" sz="800" b="1" i="0" u="none" strike="noStrike" cap="non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59" marB="60959" anchor="ctr">
                    <a:lnL w="12700">
                      <a:solidFill>
                        <a:schemeClr val="bg1">
                          <a:lumMod val="85000"/>
                        </a:schemeClr>
                      </a:solidFill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s-MX" sz="800" b="1" i="0" u="none" strike="noStrike" cap="non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59" marB="60959" anchor="ctr">
                    <a:lnL w="12700">
                      <a:solidFill>
                        <a:schemeClr val="bg1">
                          <a:lumMod val="85000"/>
                        </a:schemeClr>
                      </a:solidFill>
                    </a:lnL>
                    <a:lnR w="12700">
                      <a:solidFill>
                        <a:schemeClr val="bg1">
                          <a:lumMod val="85000"/>
                        </a:schemeClr>
                      </a:solidFill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1" i="0" u="none" strike="noStrike" cap="non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12596"/>
                  </a:ext>
                </a:extLst>
              </a:tr>
            </a:tbl>
          </a:graphicData>
        </a:graphic>
      </p:graphicFrame>
      <p:graphicFrame>
        <p:nvGraphicFramePr>
          <p:cNvPr id="5" name="tbl_kpi_fechas">
            <a:extLst>
              <a:ext uri="{FF2B5EF4-FFF2-40B4-BE49-F238E27FC236}">
                <a16:creationId xmlns:a16="http://schemas.microsoft.com/office/drawing/2014/main" id="{67C5BCC2-7B07-898A-F5AC-D802BD580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564478"/>
              </p:ext>
            </p:extLst>
          </p:nvPr>
        </p:nvGraphicFramePr>
        <p:xfrm>
          <a:off x="7688035" y="1224642"/>
          <a:ext cx="4373329" cy="48768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327617">
                  <a:extLst>
                    <a:ext uri="{9D8B030D-6E8A-4147-A177-3AD203B41FA5}">
                      <a16:colId xmlns:a16="http://schemas.microsoft.com/office/drawing/2014/main" val="1582737509"/>
                    </a:ext>
                  </a:extLst>
                </a:gridCol>
                <a:gridCol w="1522856">
                  <a:extLst>
                    <a:ext uri="{9D8B030D-6E8A-4147-A177-3AD203B41FA5}">
                      <a16:colId xmlns:a16="http://schemas.microsoft.com/office/drawing/2014/main" val="1308424516"/>
                    </a:ext>
                  </a:extLst>
                </a:gridCol>
                <a:gridCol w="1522856">
                  <a:extLst>
                    <a:ext uri="{9D8B030D-6E8A-4147-A177-3AD203B41FA5}">
                      <a16:colId xmlns:a16="http://schemas.microsoft.com/office/drawing/2014/main" val="3706481100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Fecha inicio</a:t>
                      </a:r>
                      <a:endParaRPr lang="en-US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Fecha fin de liberación</a:t>
                      </a:r>
                      <a:endParaRPr lang="en-US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Fecha fin de garantía</a:t>
                      </a:r>
                      <a:endParaRPr lang="en-US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82982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MX" sz="800" b="1" i="0" u="none" strike="noStrike" cap="non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91224"/>
                  </a:ext>
                </a:extLst>
              </a:tr>
            </a:tbl>
          </a:graphicData>
        </a:graphic>
      </p:graphicFrame>
      <p:graphicFrame>
        <p:nvGraphicFramePr>
          <p:cNvPr id="9" name="tbl_kpi_avances">
            <a:extLst>
              <a:ext uri="{FF2B5EF4-FFF2-40B4-BE49-F238E27FC236}">
                <a16:creationId xmlns:a16="http://schemas.microsoft.com/office/drawing/2014/main" id="{407E976A-BC0E-943C-C518-C12CBACF9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589820"/>
              </p:ext>
            </p:extLst>
          </p:nvPr>
        </p:nvGraphicFramePr>
        <p:xfrm>
          <a:off x="7688035" y="1809750"/>
          <a:ext cx="4373329" cy="48768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327617">
                  <a:extLst>
                    <a:ext uri="{9D8B030D-6E8A-4147-A177-3AD203B41FA5}">
                      <a16:colId xmlns:a16="http://schemas.microsoft.com/office/drawing/2014/main" val="1582737509"/>
                    </a:ext>
                  </a:extLst>
                </a:gridCol>
                <a:gridCol w="1522856">
                  <a:extLst>
                    <a:ext uri="{9D8B030D-6E8A-4147-A177-3AD203B41FA5}">
                      <a16:colId xmlns:a16="http://schemas.microsoft.com/office/drawing/2014/main" val="1308424516"/>
                    </a:ext>
                  </a:extLst>
                </a:gridCol>
                <a:gridCol w="1522856">
                  <a:extLst>
                    <a:ext uri="{9D8B030D-6E8A-4147-A177-3AD203B41FA5}">
                      <a16:colId xmlns:a16="http://schemas.microsoft.com/office/drawing/2014/main" val="3706481100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Estado general</a:t>
                      </a:r>
                      <a:endParaRPr lang="en-US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Avance planeado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Avance real</a:t>
                      </a:r>
                      <a:endParaRPr lang="en-US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82982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buFont typeface="Arial" panose="020B0604020202020204" pitchFamily="34" charset="0"/>
                        <a:buNone/>
                      </a:pPr>
                      <a:endParaRPr lang="es-MX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s-MX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91224"/>
                  </a:ext>
                </a:extLst>
              </a:tr>
            </a:tbl>
          </a:graphicData>
        </a:graphic>
      </p:graphicFrame>
      <p:sp>
        <p:nvSpPr>
          <p:cNvPr id="68" name="shp_estado_general">
            <a:extLst>
              <a:ext uri="{FF2B5EF4-FFF2-40B4-BE49-F238E27FC236}">
                <a16:creationId xmlns:a16="http://schemas.microsoft.com/office/drawing/2014/main" id="{148797EC-60F7-900E-DC3F-7729C8ED4AC5}"/>
              </a:ext>
            </a:extLst>
          </p:cNvPr>
          <p:cNvSpPr/>
          <p:nvPr/>
        </p:nvSpPr>
        <p:spPr>
          <a:xfrm>
            <a:off x="8283078" y="2088434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s-MX" sz="140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ico_src_check" hidden="1">
            <a:extLst>
              <a:ext uri="{FF2B5EF4-FFF2-40B4-BE49-F238E27FC236}">
                <a16:creationId xmlns:a16="http://schemas.microsoft.com/office/drawing/2014/main" id="{D9086DE3-540E-FF3C-1369-7F1214D81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6957" y="250390"/>
            <a:ext cx="266700" cy="295275"/>
          </a:xfrm>
          <a:prstGeom prst="rect">
            <a:avLst/>
          </a:prstGeom>
        </p:spPr>
      </p:pic>
      <p:sp>
        <p:nvSpPr>
          <p:cNvPr id="21" name="shp_gantt_header_area" hidden="1">
            <a:extLst>
              <a:ext uri="{FF2B5EF4-FFF2-40B4-BE49-F238E27FC236}">
                <a16:creationId xmlns:a16="http://schemas.microsoft.com/office/drawing/2014/main" id="{8C0E27D9-C0AB-AFC2-A706-6DF043EAC483}"/>
              </a:ext>
            </a:extLst>
          </p:cNvPr>
          <p:cNvSpPr/>
          <p:nvPr/>
        </p:nvSpPr>
        <p:spPr>
          <a:xfrm>
            <a:off x="126925" y="3304587"/>
            <a:ext cx="7304571" cy="4108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800" dirty="0"/>
          </a:p>
        </p:txBody>
      </p:sp>
      <p:sp>
        <p:nvSpPr>
          <p:cNvPr id="23" name="shp_gantt_body_area" hidden="1">
            <a:extLst>
              <a:ext uri="{FF2B5EF4-FFF2-40B4-BE49-F238E27FC236}">
                <a16:creationId xmlns:a16="http://schemas.microsoft.com/office/drawing/2014/main" id="{5A94FFF1-3555-78D1-C20A-F6AC1F697DBD}"/>
              </a:ext>
            </a:extLst>
          </p:cNvPr>
          <p:cNvSpPr/>
          <p:nvPr/>
        </p:nvSpPr>
        <p:spPr>
          <a:xfrm>
            <a:off x="117022" y="3730655"/>
            <a:ext cx="7304571" cy="21296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800" dirty="0"/>
          </a:p>
        </p:txBody>
      </p:sp>
      <p:graphicFrame>
        <p:nvGraphicFramePr>
          <p:cNvPr id="2" name="tblGantt">
            <a:extLst>
              <a:ext uri="{FF2B5EF4-FFF2-40B4-BE49-F238E27FC236}">
                <a16:creationId xmlns:a16="http://schemas.microsoft.com/office/drawing/2014/main" id="{31D59A50-52AE-DB6C-BFCC-53BEF9E1B0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9134302"/>
              </p:ext>
            </p:extLst>
          </p:nvPr>
        </p:nvGraphicFramePr>
        <p:xfrm>
          <a:off x="117022" y="3317310"/>
          <a:ext cx="3121209" cy="812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528898">
                  <a:extLst>
                    <a:ext uri="{9D8B030D-6E8A-4147-A177-3AD203B41FA5}">
                      <a16:colId xmlns:a16="http://schemas.microsoft.com/office/drawing/2014/main" val="2130698411"/>
                    </a:ext>
                  </a:extLst>
                </a:gridCol>
                <a:gridCol w="1592311">
                  <a:extLst>
                    <a:ext uri="{9D8B030D-6E8A-4147-A177-3AD203B41FA5}">
                      <a16:colId xmlns:a16="http://schemas.microsoft.com/office/drawing/2014/main" val="252385988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s-ES" sz="900" b="1" i="0" u="none" strike="noStrike" kern="1200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Actividades etapa</a:t>
                      </a:r>
                      <a:endParaRPr lang="es-MX" sz="900" b="1" i="0" u="none" strike="noStrike" kern="1200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i="0" u="none" strike="noStrike" kern="1200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Responsable</a:t>
                      </a:r>
                      <a:endParaRPr lang="es-MX" sz="900" b="1" i="0" u="none" strike="noStrike" kern="1200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00480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s-MX" sz="9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Actividad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Responsable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25612"/>
                  </a:ext>
                </a:extLst>
              </a:tr>
            </a:tbl>
          </a:graphicData>
        </a:graphic>
      </p:graphicFrame>
      <p:sp>
        <p:nvSpPr>
          <p:cNvPr id="3" name="tblGanttTime">
            <a:extLst>
              <a:ext uri="{FF2B5EF4-FFF2-40B4-BE49-F238E27FC236}">
                <a16:creationId xmlns:a16="http://schemas.microsoft.com/office/drawing/2014/main" id="{8FC74AD6-152C-141A-8951-F03F7F67EB3C}"/>
              </a:ext>
            </a:extLst>
          </p:cNvPr>
          <p:cNvSpPr/>
          <p:nvPr/>
        </p:nvSpPr>
        <p:spPr>
          <a:xfrm>
            <a:off x="3248134" y="3317310"/>
            <a:ext cx="4174567" cy="25430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xt_descripcion_estatus">
            <a:extLst>
              <a:ext uri="{FF2B5EF4-FFF2-40B4-BE49-F238E27FC236}">
                <a16:creationId xmlns:a16="http://schemas.microsoft.com/office/drawing/2014/main" id="{8566289E-0D17-B6CA-B855-35921FFE274F}"/>
              </a:ext>
            </a:extLst>
          </p:cNvPr>
          <p:cNvSpPr/>
          <p:nvPr/>
        </p:nvSpPr>
        <p:spPr>
          <a:xfrm>
            <a:off x="7922027" y="2660073"/>
            <a:ext cx="3892485" cy="19119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00" dirty="0">
                <a:solidFill>
                  <a:schemeClr val="tx1"/>
                </a:solidFill>
              </a:rPr>
              <a:t>Descripción estatus</a:t>
            </a:r>
          </a:p>
        </p:txBody>
      </p:sp>
      <p:pic>
        <p:nvPicPr>
          <p:cNvPr id="13" name="ico_src_gear" hidden="1">
            <a:extLst>
              <a:ext uri="{FF2B5EF4-FFF2-40B4-BE49-F238E27FC236}">
                <a16:creationId xmlns:a16="http://schemas.microsoft.com/office/drawing/2014/main" id="{04A00AB1-1D07-C18B-392F-A63E240111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731" y="263798"/>
            <a:ext cx="266737" cy="266737"/>
          </a:xfrm>
          <a:prstGeom prst="rect">
            <a:avLst/>
          </a:prstGeom>
        </p:spPr>
      </p:pic>
      <p:sp>
        <p:nvSpPr>
          <p:cNvPr id="11" name="globo_fecha" hidden="1">
            <a:extLst>
              <a:ext uri="{FF2B5EF4-FFF2-40B4-BE49-F238E27FC236}">
                <a16:creationId xmlns:a16="http://schemas.microsoft.com/office/drawing/2014/main" id="{25FFE174-5377-F068-B9D0-27071382E3DC}"/>
              </a:ext>
            </a:extLst>
          </p:cNvPr>
          <p:cNvSpPr/>
          <p:nvPr/>
        </p:nvSpPr>
        <p:spPr>
          <a:xfrm>
            <a:off x="7922027" y="295071"/>
            <a:ext cx="629731" cy="205914"/>
          </a:xfrm>
          <a:prstGeom prst="accentBorderCallout1">
            <a:avLst>
              <a:gd name="adj1" fmla="val 54298"/>
              <a:gd name="adj2" fmla="val -5643"/>
              <a:gd name="adj3" fmla="val 55340"/>
              <a:gd name="adj4" fmla="val -2049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16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419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1-Mar</a:t>
            </a:r>
          </a:p>
        </p:txBody>
      </p:sp>
    </p:spTree>
    <p:extLst>
      <p:ext uri="{BB962C8B-B14F-4D97-AF65-F5344CB8AC3E}">
        <p14:creationId xmlns:p14="http://schemas.microsoft.com/office/powerpoint/2010/main" val="381009497"/>
      </p:ext>
    </p:extLst>
  </p:cSld>
  <p:clrMapOvr>
    <a:masterClrMapping/>
  </p:clrMapOvr>
</p:sld>
</file>

<file path=ppt/theme/theme1.xml><?xml version="1.0" encoding="utf-8"?>
<a:theme xmlns:a="http://schemas.openxmlformats.org/drawingml/2006/main" name="Fus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64ee9a-3d2c-4644-a6c5-98774cfbbb9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3668E80BD4D1448562D9B3BDCD5546" ma:contentTypeVersion="17" ma:contentTypeDescription="Create a new document." ma:contentTypeScope="" ma:versionID="643015b4e6edb2ef07354ab4194dc83d">
  <xsd:schema xmlns:xsd="http://www.w3.org/2001/XMLSchema" xmlns:xs="http://www.w3.org/2001/XMLSchema" xmlns:p="http://schemas.microsoft.com/office/2006/metadata/properties" xmlns:ns3="17db883d-5b9d-4bba-b5ef-313d48d2b51c" xmlns:ns4="1c64ee9a-3d2c-4644-a6c5-98774cfbbb9c" targetNamespace="http://schemas.microsoft.com/office/2006/metadata/properties" ma:root="true" ma:fieldsID="14bc62e15c02930d2c5a9874672ad489" ns3:_="" ns4:_="">
    <xsd:import namespace="17db883d-5b9d-4bba-b5ef-313d48d2b51c"/>
    <xsd:import namespace="1c64ee9a-3d2c-4644-a6c5-98774cfbbb9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b883d-5b9d-4bba-b5ef-313d48d2b51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64ee9a-3d2c-4644-a6c5-98774cfbb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D5531E-F6C4-486B-8DB3-E8B1CE0A6309}">
  <ds:schemaRefs>
    <ds:schemaRef ds:uri="17db883d-5b9d-4bba-b5ef-313d48d2b51c"/>
    <ds:schemaRef ds:uri="1c64ee9a-3d2c-4644-a6c5-98774cfbbb9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35F9298-0172-41E3-BDCB-A1CF29CA99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372A13-250A-4F37-BF8E-5B6068B1E67D}">
  <ds:schemaRefs>
    <ds:schemaRef ds:uri="17db883d-5b9d-4bba-b5ef-313d48d2b51c"/>
    <ds:schemaRef ds:uri="1c64ee9a-3d2c-4644-a6c5-98774cfbbb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55f820d-0400-40a6-af9b-d2793512cd2f}" enabled="1" method="Standard" siteId="{5d638bf1-7afd-4f6e-a308-2245d53ac2d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1377</TotalTime>
  <Words>64</Words>
  <Application>Microsoft Office PowerPoint</Application>
  <PresentationFormat>Panorámica</PresentationFormat>
  <Paragraphs>44</Paragraphs>
  <Slides>1</Slides>
  <Notes>1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Arial Bold</vt:lpstr>
      <vt:lpstr>Calibri</vt:lpstr>
      <vt:lpstr>Century Gothic</vt:lpstr>
      <vt:lpstr>Fusion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MARCOS DAVID ESCOBEDO MARTINEZ</dc:creator>
  <cp:lastModifiedBy>JORGE EDUARDO VALDEZ GONZALEZ</cp:lastModifiedBy>
  <cp:revision>194</cp:revision>
  <dcterms:created xsi:type="dcterms:W3CDTF">2023-01-04T16:16:53Z</dcterms:created>
  <dcterms:modified xsi:type="dcterms:W3CDTF">2026-02-06T19:31:56Z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0x0101009B3668E80BD4D1448562D9B3BDCD5546</vt:lpwstr>
  </property>
</Properties>
</file>